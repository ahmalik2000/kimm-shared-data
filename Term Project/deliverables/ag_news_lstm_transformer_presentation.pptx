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One controlled AG News pipeline compares recurrent modeling and self-attention.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74519"/>
            <a:ext cx="2240280" cy="1097280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t>91.25%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t>best test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1874519"/>
            <a:ext cx="2240280" cy="1097280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595959"/>
                </a:solidFill>
              </a:defRPr>
            </a:pPr>
            <a:r>
              <a:t>6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t>training epochs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874519"/>
            <a:ext cx="2240280" cy="1097280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D78"/>
                </a:solidFill>
              </a:defRPr>
            </a:pPr>
            <a:r>
              <a:t>3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t>ablation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Compare LSTM and Transformer Encoder classifiers trained from scratch.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Analyze accuracy, macro F1, convergence, ablation behavior, and failure cases.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No pretrained language models or pretrained embeddings.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AG News provides a balanced four-class classification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Source: Hugging Face fancyzhx/ag_news.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Split: 108,000 train, 12,000 validation, 7,600 official test.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Labels: World, Sports, Business, Sci/Tech.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SHARED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Both models receive the same processed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Regex tokenizer and train-only vocabulary.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Vocabulary size: 20,000 tokens.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Maximum sequence length: 128 for the main comparison.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Padding masks used during pooling and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Different sequence models, comparable parameter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240280" cy="1097280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t>2.83M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t>LSTM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1828800"/>
            <a:ext cx="2240280" cy="1097280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t>2.97M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t>Transformer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LSTM: bidirectional one-layer recurrent encoder with masked mean pooling.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Transformer Encoder: two layers, four heads, learned positional embeddings.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Parameter counts are close enough for a fair introductory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Both models are close; Transformer Encoder has a slight final edge.</a:t>
            </a:r>
          </a:p>
        </p:txBody>
      </p:sp>
      <p:pic>
        <p:nvPicPr>
          <p:cNvPr id="4" name="Picture 3" descr="main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4983480" cy="3114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002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LSTM test accuracy 0.9120 and macro F1 0.9118.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Transformer test accuracy 0.9125 and macro F1 0.9126.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The margin is small, so the conclusion should be cautious.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TRAINING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Both models show overfitting by epoch 6.</a:t>
            </a:r>
          </a:p>
        </p:txBody>
      </p:sp>
      <p:pic>
        <p:nvPicPr>
          <p:cNvPr id="4" name="Picture 3" descr="lstm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4983480" cy="415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002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Training loss continues falling.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Validation loss rises late in training.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Early stopping or stronger regularization is the most direct next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CLASS-LEVEL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Business and Sci/Tech are the main confusion pair.</a:t>
            </a:r>
          </a:p>
        </p:txBody>
      </p:sp>
      <p:pic>
        <p:nvPicPr>
          <p:cNvPr id="4" name="Picture 3" descr="transforme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4983480" cy="415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002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Sports is easiest for both models.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Business/Sci-Tech stories often mix company, market, and technology cues.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Confusion matrices support the failure-analysis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DATASET-SIZE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LSTM is stronger with less data; Transformer benefits from full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25% data: LSTM 0.8719 vs Transformer 0.8699 validation accuracy.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50% data: LSTM 0.8944 vs Transformer 0.8901.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100% data: Transformer 0.9146 vs LSTM 0.9089.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SEQUENCE LENGTH AND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Longer context did not help, and errors are semantic boundary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256 tokens reduced validation metrics for both models.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Selected errors include Olympics/World ambiguity and Business/Sci-Tech overlap.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The models fail similarly on ambiguous section cues but differ on some single-model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609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545"/>
                </a:solidFill>
              </a:defRPr>
            </a:pPr>
            <a:r>
              <a:t>Architecture differences appear most clearly in data efficiency and failure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Transformer Encoder slightly wins the final test comparison.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LSTM performs better in limited-data settings.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Future work: early stopping, regularization, and class-level error reduction.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